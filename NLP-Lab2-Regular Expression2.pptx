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45" r:id="rId3"/>
    <p:sldId id="941" r:id="rId4"/>
    <p:sldId id="947" r:id="rId5"/>
    <p:sldId id="948" r:id="rId6"/>
    <p:sldId id="949" r:id="rId7"/>
    <p:sldId id="950" r:id="rId8"/>
    <p:sldId id="951" r:id="rId9"/>
    <p:sldId id="952" r:id="rId10"/>
    <p:sldId id="953" r:id="rId11"/>
    <p:sldId id="954" r:id="rId12"/>
    <p:sldId id="956" r:id="rId13"/>
    <p:sldId id="955" r:id="rId14"/>
    <p:sldId id="946" r:id="rId15"/>
    <p:sldId id="942" r:id="rId16"/>
    <p:sldId id="943" r:id="rId17"/>
    <p:sldId id="944" r:id="rId18"/>
    <p:sldId id="29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7A4E4-E166-4B20-AB7C-E2169AFDE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B6B71-9D6F-4805-ACF5-73EA486C9A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自然语言处理与实践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76070" y="4437710"/>
            <a:ext cx="7538204" cy="99777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Lab2: Text Regular Expression 2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5324010" y="1122363"/>
            <a:ext cx="970169" cy="92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15000" y="5799052"/>
            <a:ext cx="17602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Spring  2025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746960" y="1216037"/>
            <a:ext cx="10916873" cy="563854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最简单的正则表达式是普通字符串，可以匹配自身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'[pjc]ython'可以匹配'python'、'jython'、'cython'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'[a-zA-Z0-9]'可以匹配一个任意大小写字母或数字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'[^abc]'可以一个匹配任意除'a'、'b'、'c'之外的字符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'python|perl'或'p(ython|erl)'都可以匹配'python'或'perl'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子模式后面加上问号表示可选。r'(http://)?(www\.)?python\.org'只能匹配'http://www.python.org'、'http://python.org'、'www.python.org'和'python.org'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'^http'只能匹配所有以'http'开头的字符串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(pattern)*：允许模式重复0次或多次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(pattern)+：允许模式重复1次或多次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(pattern){m,n}：允许模式重复m~n次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746960" y="1216037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(?=pattern)</a:t>
            </a:r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正向先行断言，表示匹配位置后面必须紧跟着满足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的字符串，但不包括这个字符串在匹配结果中。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(?!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pattern)</a:t>
            </a:r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负向先行断言，表示匹配位置后面不能紧跟着满足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的字符串，也不包括这个字符串在匹配结果中。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(?&lt;=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pattern)</a:t>
            </a:r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正向后行断言，表示匹配位置前面必须是满足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的字符串，但不包括这个字符串在匹配结果中。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(?&lt;!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pattern)</a:t>
            </a:r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负向后行断言，表示匹配位置前面不能是满足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的字符串，也不包括这个字符串在匹配结果中。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(?: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pattern)</a:t>
            </a:r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非捕获型分组，表示将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pattern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包含在一个分组中，但不把这个分组的匹配结果保存到分组编号中。这个分组通常用于表示可选的或重复的子表达式，或者是限制量词的作用范围，而不需要把它们的匹配结果单独提取出来。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?=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通俗解释：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RegExp1(?=RegExp2) 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匹配后面是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RegExp2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89" y="1816442"/>
            <a:ext cx="6312679" cy="4862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?!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746959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通俗解释：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RegExp1(?!RegExp2) 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匹配后面不是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RegExp2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808" y="1767197"/>
            <a:ext cx="6494384" cy="4891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?&lt;=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通俗解释：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(?&lt;=RegExp2)RegExp1 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匹配前面是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RegExp2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39" y="1771305"/>
            <a:ext cx="5810251" cy="5040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?&lt;!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通俗解释：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(?&lt;!RegExp2)RegExp1 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匹配前面不是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RegExp2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的 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RegExp1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262" y="1767197"/>
            <a:ext cx="6557476" cy="4905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捕获分组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表示捕获分组，它会把匹配到的内容保存到内存中，开发者可以使用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n(n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是一个数字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来代表第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个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中匹配到的内容。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(?:)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表示非捕获组，它匹配的内容不会被保存，所以无法使用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获取，但也因为没有被保存所以节省了一部分内存空间。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66226"/>
            <a:ext cx="7772400" cy="3218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捕获分组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表示捕获分组，它会把匹配到的内容保存到内存中，开发者可以使用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n(n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是一个数字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来代表第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个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中匹配到的内容。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02" y="1439555"/>
            <a:ext cx="7168275" cy="5239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捕获分组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表示捕获分组，它会把匹配到的内容保存到内存中，开发者可以使用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n(n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是一个数字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来代表第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个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中匹配到的内容。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(?:)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表示非捕获组，它匹配的内容不会被保存，所以无法使用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en-GB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获取，但也因为没有被保存所以节省了一部分内存空间。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1" y="2733465"/>
            <a:ext cx="5488382" cy="31513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366" y="2642025"/>
            <a:ext cx="6011991" cy="3242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7" y="-51098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(?P&lt;id&gt;)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与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类似，且该组获得名称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id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4" y="1494494"/>
            <a:ext cx="5428507" cy="39118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345" y="1494494"/>
            <a:ext cx="6006488" cy="40628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9446" y="-403836"/>
            <a:ext cx="10034054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特殊字符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占位符 50178"/>
          <p:cNvSpPr txBox="1"/>
          <p:nvPr/>
        </p:nvSpPr>
        <p:spPr>
          <a:xfrm>
            <a:off x="808037" y="973142"/>
            <a:ext cx="10916873" cy="491171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|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（竖线）：用于指定多个模式中的任意一个。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A|B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：匹配模式 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A 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或模式 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B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：用于捕获分组或创建子表达式。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65125" indent="-285750">
              <a:lnSpc>
                <a:spcPct val="120000"/>
              </a:lnSpc>
              <a:spcBef>
                <a:spcPts val="600"/>
              </a:spcBef>
              <a:buSzPct val="70000"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：用于转义特殊字符或指示特定的字符类。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\d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：匹配任意数字字符。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\D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：匹配非数字字符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\w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：匹配字母、数字或下划线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\W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：匹配非字母、数字或下划线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\s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：匹配空白字符（如空格、制表符、换行符等）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\S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：匹配非空白字符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\b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：匹配单词边界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79375" indent="0">
              <a:lnSpc>
                <a:spcPct val="120000"/>
              </a:lnSpc>
              <a:spcBef>
                <a:spcPts val="600"/>
              </a:spcBef>
              <a:buSzPct val="70000"/>
              <a:buNone/>
            </a:pP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28344" y="-4952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如何解释正则表达式？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911618" y="850277"/>
            <a:ext cx="9980809" cy="445893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'(a|b)*c’：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｜表示或，*表示前面字符出现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0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次或多次，因此该正则表达式匹配的是：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c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、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ac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、</a:t>
            </a:r>
            <a:r>
              <a:rPr lang="en-US" altLang="zh-CN" sz="1800" dirty="0" err="1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bc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、</a:t>
            </a:r>
            <a:r>
              <a:rPr lang="en-US" altLang="zh-CN" sz="1800" dirty="0" err="1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aac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、</a:t>
            </a:r>
            <a:r>
              <a:rPr lang="en-US" altLang="zh-CN" sz="1800" dirty="0" err="1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bbc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…</a:t>
            </a: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匹配多个（包含0个）a或b，后面紧跟一个字母c。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'ab{1,}’：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等价于'ab+'，匹配以字母a开头后面带1个至多个字母b的字符串。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‘^[a-zA-Z]{1}([a-zA-Z0-9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._]){4,19}$’：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匹配长度为5-20的字符串，必须以字母开头并且可带字母、数字、“_”、“.”的字符串。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'^(\w){6,20}$’：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匹配长度为6-20的字符串，可以包含字母、数字、下划线。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28344" y="-4952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如何写正则表达式？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238167" y="873137"/>
            <a:ext cx="11715666" cy="445893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检查给定字符串是否为合法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IP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地址：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 r'^((25[0-5]|2[0-4]\d|1\d{2}|[1-9]\d|[1-9])\.)((25[0-5]|2[0-4]\d|[01]?\d\d?)\.){2}(25[0-5]|2[0-4]\d|[01]?\d\d?)$') 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检查给定字符串是否为手机号码：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r'^(13[0-9]|15[012356789]|17[678]|18[0-9]|14[57])[0-9]{8}$'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检查给定字符串是否只包含英文字母大小写：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r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'^[a-zA-Z]+$'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检查给定字符串是否为合法电子邮件地址：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r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'^\w+@(\w+\.)+\w+$'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查找字符串中每个字符的最后一次出现：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 r'(\w)(?!.*\1)'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查找字符串中所有重复出现的字符：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r'(\w)(?=.*\1)'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28344" y="-4952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如何写正则表达式？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931845" y="1332894"/>
            <a:ext cx="10439989" cy="3395439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'^(\-)?\d+(\.\d{1,2})?$'：检查给定字符串是否为最多带有2位小数的正数或负数。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'[\u4e00-\u9fa5]'：匹配给定字符串中所有汉字。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'^\d{18}|\d{15}$'：检查给定字符串是否为合法身份证格式。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'\d{4}-\d{1,2}-\d{1,2}'：匹配指定格式的日期，例如2016-1-31。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'^(?=.*[a-z])(?=.*[A-Z])(?=.*\d)(?=.*[,._]).{8,}$'：检查给定字符串是否为强密码，必须同时包含英语字母大写字母、英文小写字母、数字或特殊符号（如英文逗号、英文句号、下划线），并且长度必须至少8位。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"(?!.*[\'\"\/;=%?]).+"：如果给定字符串中包含'、"、/、;、=、%、?则匹配失败。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'(.)\\1+'：匹配任意字符的两次或多次重复出现。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'((?P&lt;f&gt;\b\w+\b)\s+(?P=f))'：匹配连续出现两次的单词。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358775" indent="-285750" algn="just">
              <a:lnSpc>
                <a:spcPct val="150000"/>
              </a:lnSpc>
              <a:spcBef>
                <a:spcPts val="600"/>
              </a:spcBef>
              <a:buSzPct val="70000"/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'((?P&lt;f&gt;.)(?P=f)(?P&lt;g&gt;.)(?P=g))'：匹配AABB形式的成语或字母组合。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endParaRPr lang="zh-CN" altLang="en-US"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28344" y="-4952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附录正则表达式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7805" y="2074783"/>
            <a:ext cx="9916389" cy="341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r"\d+(?=[a-z]+)"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：匹配连续的数字并且最后一个数字跟着小写字母。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r"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d+(?![a-z]+)"：匹配连续的数字，并且最后一个数字后面不能跟小写字母。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r"(?&lt;=[a-z])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d+"：匹配连续的数字，并且第一个数字的前面是小写字母。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r"(?&lt;![a-z])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d+"：连续的数字，并且第一个数字的前面不能小写字母。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\d{3}(?!\d)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：匹配三位数字，而且这三位数字的后面不能是数字。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\b((?!abc)\w)+\b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：匹配不包含连续字符串abc的单词。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r'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(?&lt;![a-z])\d{7}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'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Consolas" panose="020B0609020204030204" charset="0"/>
              </a:rPr>
              <a:t>：匹配前面不是小写字母的七位数字。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感谢聆听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2895</Words>
  <Application>WPS 演示</Application>
  <PresentationFormat>宽屏</PresentationFormat>
  <Paragraphs>134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黑体</vt:lpstr>
      <vt:lpstr>Consolas</vt:lpstr>
      <vt:lpstr>Arial Unicode MS</vt:lpstr>
      <vt:lpstr>等线 Light</vt:lpstr>
      <vt:lpstr>等线</vt:lpstr>
      <vt:lpstr>Calibri</vt:lpstr>
      <vt:lpstr>Office 主题​​</vt:lpstr>
      <vt:lpstr>自然语言处理与实践</vt:lpstr>
      <vt:lpstr>正则表达式</vt:lpstr>
      <vt:lpstr>正则表达式</vt:lpstr>
      <vt:lpstr>?=</vt:lpstr>
      <vt:lpstr>?!</vt:lpstr>
      <vt:lpstr>?&lt;=</vt:lpstr>
      <vt:lpstr>?&lt;!</vt:lpstr>
      <vt:lpstr>捕获分组</vt:lpstr>
      <vt:lpstr>捕获分组</vt:lpstr>
      <vt:lpstr>捕获分组</vt:lpstr>
      <vt:lpstr>(?P&lt;id&gt;)</vt:lpstr>
      <vt:lpstr>特殊字符</vt:lpstr>
      <vt:lpstr>如何解释正则表达式？</vt:lpstr>
      <vt:lpstr>如何写正则表达式？</vt:lpstr>
      <vt:lpstr>如何写正则表达式？</vt:lpstr>
      <vt:lpstr>附录正则表达式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自然语言处理导论</dc:title>
  <dc:creator>yang angel</dc:creator>
  <cp:lastModifiedBy>Angel</cp:lastModifiedBy>
  <cp:revision>15</cp:revision>
  <dcterms:created xsi:type="dcterms:W3CDTF">2023-09-14T02:26:00Z</dcterms:created>
  <dcterms:modified xsi:type="dcterms:W3CDTF">2025-02-17T05:11:38Z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9F893E6DC28E4D36A686F6FFD79DC09F_12</vt:lpwstr>
  </property>
  <property fmtid="{D5CDD505-2E9C-101B-9397-08002B2CF9AE}" pid="3" name="KSOProductBuildVer">
    <vt:lpwstr>2052-12.1.0.19770</vt:lpwstr>
  </property>
</Properties>
</file>